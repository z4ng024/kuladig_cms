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58" r:id="rId5"/>
    <p:sldId id="260" r:id="rId6"/>
    <p:sldId id="259" r:id="rId7"/>
    <p:sldId id="257" r:id="rId8"/>
    <p:sldId id="262" r:id="rId9"/>
    <p:sldId id="266" r:id="rId10"/>
    <p:sldId id="274" r:id="rId11"/>
    <p:sldId id="268" r:id="rId12"/>
    <p:sldId id="273" r:id="rId13"/>
    <p:sldId id="270" r:id="rId14"/>
    <p:sldId id="265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7B0A3-3573-4163-A051-8ECF10DD721F}" v="101" dt="2025-10-08T12:39:38.615"/>
    <p1510:client id="{DBD6CA2E-093F-4E84-9BA8-9B731223399C}" v="1" dt="2025-10-07T20:18:17.1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8" d="100"/>
          <a:sy n="58" d="100"/>
        </p:scale>
        <p:origin x="2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 Zangorescu" userId="265fbf50-6acd-4a29-aa58-2066155515f9" providerId="ADAL" clId="{C7780A8F-53AB-454A-B584-84DE8A17F7F4}"/>
    <pc:docChg chg="undo custSel delSld modSld">
      <pc:chgData name="Alexandru Zangorescu" userId="265fbf50-6acd-4a29-aa58-2066155515f9" providerId="ADAL" clId="{C7780A8F-53AB-454A-B584-84DE8A17F7F4}" dt="2025-10-07T20:18:52.577" v="18" actId="1076"/>
      <pc:docMkLst>
        <pc:docMk/>
      </pc:docMkLst>
      <pc:sldChg chg="addSp delSp modSp mod">
        <pc:chgData name="Alexandru Zangorescu" userId="265fbf50-6acd-4a29-aa58-2066155515f9" providerId="ADAL" clId="{C7780A8F-53AB-454A-B584-84DE8A17F7F4}" dt="2025-10-07T20:18:52.577" v="18" actId="1076"/>
        <pc:sldMkLst>
          <pc:docMk/>
          <pc:sldMk cId="1865932310" sldId="259"/>
        </pc:sldMkLst>
        <pc:spChg chg="add mod ord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4" creationId="{21A1DE0B-1769-BF16-052F-DE6754D774A5}"/>
          </ac:spMkLst>
        </pc:spChg>
        <pc:spChg chg="add del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10" creationId="{F3060C83-F051-4F0E-ABAD-AA0DFC48B218}"/>
          </ac:spMkLst>
        </pc:spChg>
        <pc:spChg chg="add del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12" creationId="{83C98ABE-055B-441F-B07E-44F97F083C39}"/>
          </ac:spMkLst>
        </pc:spChg>
        <pc:spChg chg="add del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14" creationId="{29FDB030-9B49-4CED-8CCD-4D99382388AC}"/>
          </ac:spMkLst>
        </pc:spChg>
        <pc:spChg chg="add del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16" creationId="{3783CA14-24A1-485C-8B30-D6A5D87987AD}"/>
          </ac:spMkLst>
        </pc:spChg>
        <pc:spChg chg="add del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18" creationId="{9A97C86A-04D6-40F7-AE84-31AB43E6A846}"/>
          </ac:spMkLst>
        </pc:spChg>
        <pc:spChg chg="add del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20" creationId="{FF9F2414-84E8-453E-B1F3-389FDE8192D9}"/>
          </ac:spMkLst>
        </pc:spChg>
        <pc:spChg chg="add del">
          <ac:chgData name="Alexandru Zangorescu" userId="265fbf50-6acd-4a29-aa58-2066155515f9" providerId="ADAL" clId="{C7780A8F-53AB-454A-B584-84DE8A17F7F4}" dt="2025-10-07T20:18:31.973" v="12" actId="26606"/>
          <ac:spMkLst>
            <pc:docMk/>
            <pc:sldMk cId="1865932310" sldId="259"/>
            <ac:spMk id="22" creationId="{3ECA69A1-7536-43AC-85EF-C7106179F5ED}"/>
          </ac:spMkLst>
        </pc:spChg>
        <pc:spChg chg="add del">
          <ac:chgData name="Alexandru Zangorescu" userId="265fbf50-6acd-4a29-aa58-2066155515f9" providerId="ADAL" clId="{C7780A8F-53AB-454A-B584-84DE8A17F7F4}" dt="2025-10-07T20:18:31.973" v="12" actId="26606"/>
          <ac:spMkLst>
            <pc:docMk/>
            <pc:sldMk cId="1865932310" sldId="259"/>
            <ac:spMk id="34" creationId="{B81933D1-5615-42C7-9C0B-4EB7105CCE2D}"/>
          </ac:spMkLst>
        </pc:spChg>
        <pc:spChg chg="add del">
          <ac:chgData name="Alexandru Zangorescu" userId="265fbf50-6acd-4a29-aa58-2066155515f9" providerId="ADAL" clId="{C7780A8F-53AB-454A-B584-84DE8A17F7F4}" dt="2025-10-07T20:18:31.973" v="12" actId="26606"/>
          <ac:spMkLst>
            <pc:docMk/>
            <pc:sldMk cId="1865932310" sldId="259"/>
            <ac:spMk id="36" creationId="{19C9EAEA-39D0-4B0E-A0EB-51E7B26740B1}"/>
          </ac:spMkLst>
        </pc:spChg>
        <pc:spChg chg="add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38" creationId="{47942995-B07F-4636-9A06-C6A104B260A8}"/>
          </ac:spMkLst>
        </pc:spChg>
        <pc:spChg chg="add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43" creationId="{B81933D1-5615-42C7-9C0B-4EB7105CCE2D}"/>
          </ac:spMkLst>
        </pc:spChg>
        <pc:spChg chg="add">
          <ac:chgData name="Alexandru Zangorescu" userId="265fbf50-6acd-4a29-aa58-2066155515f9" providerId="ADAL" clId="{C7780A8F-53AB-454A-B584-84DE8A17F7F4}" dt="2025-10-07T20:18:31.989" v="13" actId="26606"/>
          <ac:spMkLst>
            <pc:docMk/>
            <pc:sldMk cId="1865932310" sldId="259"/>
            <ac:spMk id="44" creationId="{19C9EAEA-39D0-4B0E-A0EB-51E7B26740B1}"/>
          </ac:spMkLst>
        </pc:spChg>
        <pc:graphicFrameChg chg="mod modGraphic">
          <ac:chgData name="Alexandru Zangorescu" userId="265fbf50-6acd-4a29-aa58-2066155515f9" providerId="ADAL" clId="{C7780A8F-53AB-454A-B584-84DE8A17F7F4}" dt="2025-10-07T20:18:52.577" v="18" actId="1076"/>
          <ac:graphicFrameMkLst>
            <pc:docMk/>
            <pc:sldMk cId="1865932310" sldId="259"/>
            <ac:graphicFrameMk id="3" creationId="{B45B00F8-0163-CA7F-74BB-6F74AC5EBCE3}"/>
          </ac:graphicFrameMkLst>
        </pc:graphicFrameChg>
      </pc:sldChg>
      <pc:sldChg chg="del">
        <pc:chgData name="Alexandru Zangorescu" userId="265fbf50-6acd-4a29-aa58-2066155515f9" providerId="ADAL" clId="{C7780A8F-53AB-454A-B584-84DE8A17F7F4}" dt="2025-10-07T20:17:01.043" v="0" actId="47"/>
        <pc:sldMkLst>
          <pc:docMk/>
          <pc:sldMk cId="4220575348" sldId="261"/>
        </pc:sldMkLst>
      </pc:sldChg>
    </pc:docChg>
  </pc:docChgLst>
  <pc:docChgLst>
    <pc:chgData name="Alexandru Zangorescu" userId="265fbf50-6acd-4a29-aa58-2066155515f9" providerId="ADAL" clId="{8B7C6567-036B-4958-921E-1F87F60D0345}"/>
    <pc:docChg chg="undo redo custSel addSld delSld modSld sldOrd">
      <pc:chgData name="Alexandru Zangorescu" userId="265fbf50-6acd-4a29-aa58-2066155515f9" providerId="ADAL" clId="{8B7C6567-036B-4958-921E-1F87F60D0345}" dt="2025-10-08T12:50:37.262" v="247" actId="47"/>
      <pc:docMkLst>
        <pc:docMk/>
      </pc:docMkLst>
      <pc:sldChg chg="ord">
        <pc:chgData name="Alexandru Zangorescu" userId="265fbf50-6acd-4a29-aa58-2066155515f9" providerId="ADAL" clId="{8B7C6567-036B-4958-921E-1F87F60D0345}" dt="2025-10-08T12:43:32.209" v="228"/>
        <pc:sldMkLst>
          <pc:docMk/>
          <pc:sldMk cId="3634929532" sldId="257"/>
        </pc:sldMkLst>
      </pc:sldChg>
      <pc:sldChg chg="ord">
        <pc:chgData name="Alexandru Zangorescu" userId="265fbf50-6acd-4a29-aa58-2066155515f9" providerId="ADAL" clId="{8B7C6567-036B-4958-921E-1F87F60D0345}" dt="2025-10-08T12:30:57.889" v="180"/>
        <pc:sldMkLst>
          <pc:docMk/>
          <pc:sldMk cId="1668598159" sldId="258"/>
        </pc:sldMkLst>
      </pc:sldChg>
      <pc:sldChg chg="modSp mod ord">
        <pc:chgData name="Alexandru Zangorescu" userId="265fbf50-6acd-4a29-aa58-2066155515f9" providerId="ADAL" clId="{8B7C6567-036B-4958-921E-1F87F60D0345}" dt="2025-10-08T12:30:59.148" v="182"/>
        <pc:sldMkLst>
          <pc:docMk/>
          <pc:sldMk cId="1865932310" sldId="259"/>
        </pc:sldMkLst>
        <pc:graphicFrameChg chg="mod modGraphic">
          <ac:chgData name="Alexandru Zangorescu" userId="265fbf50-6acd-4a29-aa58-2066155515f9" providerId="ADAL" clId="{8B7C6567-036B-4958-921E-1F87F60D0345}" dt="2025-10-08T08:00:19.489" v="4" actId="14100"/>
          <ac:graphicFrameMkLst>
            <pc:docMk/>
            <pc:sldMk cId="1865932310" sldId="259"/>
            <ac:graphicFrameMk id="3" creationId="{B45B00F8-0163-CA7F-74BB-6F74AC5EBCE3}"/>
          </ac:graphicFrameMkLst>
        </pc:graphicFrameChg>
      </pc:sldChg>
      <pc:sldChg chg="modSp mod ord">
        <pc:chgData name="Alexandru Zangorescu" userId="265fbf50-6acd-4a29-aa58-2066155515f9" providerId="ADAL" clId="{8B7C6567-036B-4958-921E-1F87F60D0345}" dt="2025-10-08T12:38:22.639" v="207" actId="20577"/>
        <pc:sldMkLst>
          <pc:docMk/>
          <pc:sldMk cId="2202929941" sldId="260"/>
        </pc:sldMkLst>
        <pc:graphicFrameChg chg="modGraphic">
          <ac:chgData name="Alexandru Zangorescu" userId="265fbf50-6acd-4a29-aa58-2066155515f9" providerId="ADAL" clId="{8B7C6567-036B-4958-921E-1F87F60D0345}" dt="2025-10-08T12:38:22.639" v="207" actId="20577"/>
          <ac:graphicFrameMkLst>
            <pc:docMk/>
            <pc:sldMk cId="2202929941" sldId="260"/>
            <ac:graphicFrameMk id="4" creationId="{8BF322E3-D195-9F83-A830-F83D4A51F193}"/>
          </ac:graphicFrameMkLst>
        </pc:graphicFrameChg>
      </pc:sldChg>
      <pc:sldChg chg="ord">
        <pc:chgData name="Alexandru Zangorescu" userId="265fbf50-6acd-4a29-aa58-2066155515f9" providerId="ADAL" clId="{8B7C6567-036B-4958-921E-1F87F60D0345}" dt="2025-10-08T12:43:34.826" v="230"/>
        <pc:sldMkLst>
          <pc:docMk/>
          <pc:sldMk cId="3640696570" sldId="262"/>
        </pc:sldMkLst>
      </pc:sldChg>
      <pc:sldChg chg="del">
        <pc:chgData name="Alexandru Zangorescu" userId="265fbf50-6acd-4a29-aa58-2066155515f9" providerId="ADAL" clId="{8B7C6567-036B-4958-921E-1F87F60D0345}" dt="2025-10-08T11:47:41.422" v="76" actId="47"/>
        <pc:sldMkLst>
          <pc:docMk/>
          <pc:sldMk cId="2696424995" sldId="263"/>
        </pc:sldMkLst>
      </pc:sldChg>
      <pc:sldChg chg="del">
        <pc:chgData name="Alexandru Zangorescu" userId="265fbf50-6acd-4a29-aa58-2066155515f9" providerId="ADAL" clId="{8B7C6567-036B-4958-921E-1F87F60D0345}" dt="2025-10-08T11:47:42.295" v="77" actId="47"/>
        <pc:sldMkLst>
          <pc:docMk/>
          <pc:sldMk cId="1491365615" sldId="264"/>
        </pc:sldMkLst>
      </pc:sldChg>
      <pc:sldChg chg="addSp modSp mod ord setBg addAnim">
        <pc:chgData name="Alexandru Zangorescu" userId="265fbf50-6acd-4a29-aa58-2066155515f9" providerId="ADAL" clId="{8B7C6567-036B-4958-921E-1F87F60D0345}" dt="2025-10-08T08:02:26.337" v="75" actId="20577"/>
        <pc:sldMkLst>
          <pc:docMk/>
          <pc:sldMk cId="3876788879" sldId="265"/>
        </pc:sldMkLst>
        <pc:spChg chg="add mod">
          <ac:chgData name="Alexandru Zangorescu" userId="265fbf50-6acd-4a29-aa58-2066155515f9" providerId="ADAL" clId="{8B7C6567-036B-4958-921E-1F87F60D0345}" dt="2025-10-08T08:02:26.337" v="75" actId="20577"/>
          <ac:spMkLst>
            <pc:docMk/>
            <pc:sldMk cId="3876788879" sldId="265"/>
            <ac:spMk id="2" creationId="{58BF9A29-92E0-97F9-DCBA-3F24518B019B}"/>
          </ac:spMkLst>
        </pc:spChg>
        <pc:spChg chg="ord">
          <ac:chgData name="Alexandru Zangorescu" userId="265fbf50-6acd-4a29-aa58-2066155515f9" providerId="ADAL" clId="{8B7C6567-036B-4958-921E-1F87F60D0345}" dt="2025-10-08T08:01:43.754" v="67" actId="26606"/>
          <ac:spMkLst>
            <pc:docMk/>
            <pc:sldMk cId="3876788879" sldId="265"/>
            <ac:spMk id="5" creationId="{1D71801A-C401-1D0F-235D-2B477A3F4720}"/>
          </ac:spMkLst>
        </pc:spChg>
        <pc:spChg chg="add">
          <ac:chgData name="Alexandru Zangorescu" userId="265fbf50-6acd-4a29-aa58-2066155515f9" providerId="ADAL" clId="{8B7C6567-036B-4958-921E-1F87F60D0345}" dt="2025-10-08T08:01:43.754" v="67" actId="26606"/>
          <ac:spMkLst>
            <pc:docMk/>
            <pc:sldMk cId="3876788879" sldId="265"/>
            <ac:spMk id="12" creationId="{A3363022-C969-41E9-8EB2-E4C94908C1FA}"/>
          </ac:spMkLst>
        </pc:spChg>
        <pc:spChg chg="add">
          <ac:chgData name="Alexandru Zangorescu" userId="265fbf50-6acd-4a29-aa58-2066155515f9" providerId="ADAL" clId="{8B7C6567-036B-4958-921E-1F87F60D0345}" dt="2025-10-08T08:01:43.754" v="67" actId="26606"/>
          <ac:spMkLst>
            <pc:docMk/>
            <pc:sldMk cId="3876788879" sldId="265"/>
            <ac:spMk id="14" creationId="{8D1AD6B3-BE88-4CEB-BA17-790657CC4729}"/>
          </ac:spMkLst>
        </pc:spChg>
        <pc:grpChg chg="add">
          <ac:chgData name="Alexandru Zangorescu" userId="265fbf50-6acd-4a29-aa58-2066155515f9" providerId="ADAL" clId="{8B7C6567-036B-4958-921E-1F87F60D0345}" dt="2025-10-08T08:01:43.754" v="67" actId="26606"/>
          <ac:grpSpMkLst>
            <pc:docMk/>
            <pc:sldMk cId="3876788879" sldId="265"/>
            <ac:grpSpMk id="16" creationId="{89D1390B-7E13-4B4F-9CB2-391063412E54}"/>
          </ac:grpSpMkLst>
        </pc:grpChg>
        <pc:picChg chg="add">
          <ac:chgData name="Alexandru Zangorescu" userId="265fbf50-6acd-4a29-aa58-2066155515f9" providerId="ADAL" clId="{8B7C6567-036B-4958-921E-1F87F60D0345}" dt="2025-10-08T08:01:43.754" v="67" actId="26606"/>
          <ac:picMkLst>
            <pc:docMk/>
            <pc:sldMk cId="3876788879" sldId="265"/>
            <ac:picMk id="9" creationId="{8D844995-AA1C-D7F6-6931-A1AB41105343}"/>
          </ac:picMkLst>
        </pc:picChg>
      </pc:sldChg>
      <pc:sldChg chg="ord">
        <pc:chgData name="Alexandru Zangorescu" userId="265fbf50-6acd-4a29-aa58-2066155515f9" providerId="ADAL" clId="{8B7C6567-036B-4958-921E-1F87F60D0345}" dt="2025-10-08T12:43:42.172" v="234"/>
        <pc:sldMkLst>
          <pc:docMk/>
          <pc:sldMk cId="2543525488" sldId="266"/>
        </pc:sldMkLst>
      </pc:sldChg>
      <pc:sldChg chg="addSp delSp modSp add mod ord setBg">
        <pc:chgData name="Alexandru Zangorescu" userId="265fbf50-6acd-4a29-aa58-2066155515f9" providerId="ADAL" clId="{8B7C6567-036B-4958-921E-1F87F60D0345}" dt="2025-10-08T12:30:53.302" v="178"/>
        <pc:sldMkLst>
          <pc:docMk/>
          <pc:sldMk cId="4236749231" sldId="267"/>
        </pc:sldMkLst>
        <pc:spChg chg="add mod ord">
          <ac:chgData name="Alexandru Zangorescu" userId="265fbf50-6acd-4a29-aa58-2066155515f9" providerId="ADAL" clId="{8B7C6567-036B-4958-921E-1F87F60D0345}" dt="2025-10-08T12:27:50.499" v="95" actId="14100"/>
          <ac:spMkLst>
            <pc:docMk/>
            <pc:sldMk cId="4236749231" sldId="267"/>
            <ac:spMk id="2" creationId="{7117F93E-960C-0200-2054-7CC3CC93E370}"/>
          </ac:spMkLst>
        </pc:spChg>
        <pc:spChg chg="add mo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3" creationId="{793E3381-193C-E15A-A131-3E0DD84D5691}"/>
          </ac:spMkLst>
        </pc:spChg>
        <pc:spChg chg="or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5" creationId="{23C24BAF-AE82-5519-A697-3EFAAE49FC5E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7" creationId="{09588DA8-065E-4F6F-8EFD-43104AB2E0CF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12" creationId="{C4285719-470E-454C-AF62-8323075F1F5B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14" creationId="{CD9FE4EF-C4D8-49A0-B2FF-81D8DB7D8A24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16" creationId="{4300840D-0A0B-4512-BACA-B439D5B9C57C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18" creationId="{D2B78728-A580-49A7-84F9-6EF6F583ADE0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20" creationId="{38FAA1A1-D861-433F-88FA-1E9D6FD31D11}"/>
          </ac:spMkLst>
        </pc:spChg>
        <pc:spChg chg="add">
          <ac:chgData name="Alexandru Zangorescu" userId="265fbf50-6acd-4a29-aa58-2066155515f9" providerId="ADAL" clId="{8B7C6567-036B-4958-921E-1F87F60D0345}" dt="2025-10-08T12:27:41.025" v="92" actId="26606"/>
          <ac:spMkLst>
            <pc:docMk/>
            <pc:sldMk cId="4236749231" sldId="267"/>
            <ac:spMk id="22" creationId="{8D71EDA1-87BF-4D5D-AB79-F346FD19278A}"/>
          </ac:spMkLst>
        </pc:spChg>
        <pc:picChg chg="del">
          <ac:chgData name="Alexandru Zangorescu" userId="265fbf50-6acd-4a29-aa58-2066155515f9" providerId="ADAL" clId="{8B7C6567-036B-4958-921E-1F87F60D0345}" dt="2025-10-08T12:26:33.205" v="79" actId="478"/>
          <ac:picMkLst>
            <pc:docMk/>
            <pc:sldMk cId="4236749231" sldId="267"/>
            <ac:picMk id="10" creationId="{EA3FCE7A-F285-9C2E-8FA0-1BA504074632}"/>
          </ac:picMkLst>
        </pc:picChg>
      </pc:sldChg>
      <pc:sldChg chg="addSp delSp modSp add mod ord setBg delDesignElem">
        <pc:chgData name="Alexandru Zangorescu" userId="265fbf50-6acd-4a29-aa58-2066155515f9" providerId="ADAL" clId="{8B7C6567-036B-4958-921E-1F87F60D0345}" dt="2025-10-08T12:43:38.383" v="232"/>
        <pc:sldMkLst>
          <pc:docMk/>
          <pc:sldMk cId="3792099901" sldId="268"/>
        </pc:sldMkLst>
        <pc:spChg chg="del mod">
          <ac:chgData name="Alexandru Zangorescu" userId="265fbf50-6acd-4a29-aa58-2066155515f9" providerId="ADAL" clId="{8B7C6567-036B-4958-921E-1F87F60D0345}" dt="2025-10-08T12:28:28.546" v="99" actId="478"/>
          <ac:spMkLst>
            <pc:docMk/>
            <pc:sldMk cId="3792099901" sldId="268"/>
            <ac:spMk id="2" creationId="{6100CC86-7924-7BC3-010C-65B2B72DE8E8}"/>
          </ac:spMkLst>
        </pc:spChg>
        <pc:spChg chg="add del mod">
          <ac:chgData name="Alexandru Zangorescu" userId="265fbf50-6acd-4a29-aa58-2066155515f9" providerId="ADAL" clId="{8B7C6567-036B-4958-921E-1F87F60D0345}" dt="2025-10-08T12:28:33.634" v="104"/>
          <ac:spMkLst>
            <pc:docMk/>
            <pc:sldMk cId="3792099901" sldId="268"/>
            <ac:spMk id="4" creationId="{507D5A88-231E-CB13-B73F-A44E5FFA3AF0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7" creationId="{799C05C6-E9D7-57FE-BE59-696663BDA31B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12" creationId="{CB72DF5D-41EA-5CC6-2AB4-2DB1B5032D5B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14" creationId="{3FA9741D-5C95-6F68-8BB6-8A07C9AA9288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16" creationId="{27870B13-895F-13EE-7341-FD7AFF424CF3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18" creationId="{E3D92D56-C586-2E07-BFD5-FEC363829E0A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20" creationId="{DD16549B-D696-08E0-D528-3F2015F597E3}"/>
          </ac:spMkLst>
        </pc:spChg>
        <pc:spChg chg="del">
          <ac:chgData name="Alexandru Zangorescu" userId="265fbf50-6acd-4a29-aa58-2066155515f9" providerId="ADAL" clId="{8B7C6567-036B-4958-921E-1F87F60D0345}" dt="2025-10-08T12:28:21.909" v="97"/>
          <ac:spMkLst>
            <pc:docMk/>
            <pc:sldMk cId="3792099901" sldId="268"/>
            <ac:spMk id="22" creationId="{2E76DBFB-EDF8-E9F0-92C3-03CBE9D0E448}"/>
          </ac:spMkLst>
        </pc:spChg>
        <pc:picChg chg="add mod">
          <ac:chgData name="Alexandru Zangorescu" userId="265fbf50-6acd-4a29-aa58-2066155515f9" providerId="ADAL" clId="{8B7C6567-036B-4958-921E-1F87F60D0345}" dt="2025-10-08T12:39:53.988" v="215" actId="14100"/>
          <ac:picMkLst>
            <pc:docMk/>
            <pc:sldMk cId="3792099901" sldId="268"/>
            <ac:picMk id="8" creationId="{7E47A922-7EB3-7673-0C87-284F5C37DDC2}"/>
          </ac:picMkLst>
        </pc:picChg>
      </pc:sldChg>
      <pc:sldChg chg="addSp delSp modSp add mod ord setBg delDesignElem">
        <pc:chgData name="Alexandru Zangorescu" userId="265fbf50-6acd-4a29-aa58-2066155515f9" providerId="ADAL" clId="{8B7C6567-036B-4958-921E-1F87F60D0345}" dt="2025-10-08T12:31:19.317" v="189" actId="20577"/>
        <pc:sldMkLst>
          <pc:docMk/>
          <pc:sldMk cId="3742938525" sldId="269"/>
        </pc:sldMkLst>
        <pc:spChg chg="del">
          <ac:chgData name="Alexandru Zangorescu" userId="265fbf50-6acd-4a29-aa58-2066155515f9" providerId="ADAL" clId="{8B7C6567-036B-4958-921E-1F87F60D0345}" dt="2025-10-08T12:29:05.739" v="129" actId="478"/>
          <ac:spMkLst>
            <pc:docMk/>
            <pc:sldMk cId="3742938525" sldId="269"/>
            <ac:spMk id="2" creationId="{5DA1757F-D8AD-23C0-E208-A208EFE31204}"/>
          </ac:spMkLst>
        </pc:spChg>
        <pc:spChg chg="del">
          <ac:chgData name="Alexandru Zangorescu" userId="265fbf50-6acd-4a29-aa58-2066155515f9" providerId="ADAL" clId="{8B7C6567-036B-4958-921E-1F87F60D0345}" dt="2025-10-08T12:29:10.678" v="130" actId="478"/>
          <ac:spMkLst>
            <pc:docMk/>
            <pc:sldMk cId="3742938525" sldId="269"/>
            <ac:spMk id="3" creationId="{CD7568E8-CA72-179A-6434-C94A1C5EDB49}"/>
          </ac:spMkLst>
        </pc:spChg>
        <pc:spChg chg="add del mod">
          <ac:chgData name="Alexandru Zangorescu" userId="265fbf50-6acd-4a29-aa58-2066155515f9" providerId="ADAL" clId="{8B7C6567-036B-4958-921E-1F87F60D0345}" dt="2025-10-08T12:29:10.678" v="130" actId="478"/>
          <ac:spMkLst>
            <pc:docMk/>
            <pc:sldMk cId="3742938525" sldId="269"/>
            <ac:spMk id="4" creationId="{444D7105-54D5-1291-2CBF-E09E0A6EFCB1}"/>
          </ac:spMkLst>
        </pc:spChg>
        <pc:spChg chg="del">
          <ac:chgData name="Alexandru Zangorescu" userId="265fbf50-6acd-4a29-aa58-2066155515f9" providerId="ADAL" clId="{8B7C6567-036B-4958-921E-1F87F60D0345}" dt="2025-10-08T12:29:10.678" v="130" actId="478"/>
          <ac:spMkLst>
            <pc:docMk/>
            <pc:sldMk cId="3742938525" sldId="269"/>
            <ac:spMk id="5" creationId="{366EC132-B780-9231-302A-363833551244}"/>
          </ac:spMkLst>
        </pc:spChg>
        <pc:spChg chg="add del">
          <ac:chgData name="Alexandru Zangorescu" userId="265fbf50-6acd-4a29-aa58-2066155515f9" providerId="ADAL" clId="{8B7C6567-036B-4958-921E-1F87F60D0345}" dt="2025-10-08T12:29:10.678" v="130" actId="478"/>
          <ac:spMkLst>
            <pc:docMk/>
            <pc:sldMk cId="3742938525" sldId="269"/>
            <ac:spMk id="6" creationId="{5026C5B0-D3EB-044B-BCB5-04B80E767A66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7" creationId="{88D91CCB-4632-7C21-2CB9-9C02316A66FC}"/>
          </ac:spMkLst>
        </pc:spChg>
        <pc:spChg chg="add del mod">
          <ac:chgData name="Alexandru Zangorescu" userId="265fbf50-6acd-4a29-aa58-2066155515f9" providerId="ADAL" clId="{8B7C6567-036B-4958-921E-1F87F60D0345}" dt="2025-10-08T12:29:31.056" v="136"/>
          <ac:spMkLst>
            <pc:docMk/>
            <pc:sldMk cId="3742938525" sldId="269"/>
            <ac:spMk id="8" creationId="{3BD0FB74-EFC0-B835-F846-AFE8223C11AC}"/>
          </ac:spMkLst>
        </pc:spChg>
        <pc:spChg chg="add del mod">
          <ac:chgData name="Alexandru Zangorescu" userId="265fbf50-6acd-4a29-aa58-2066155515f9" providerId="ADAL" clId="{8B7C6567-036B-4958-921E-1F87F60D0345}" dt="2025-10-08T12:29:31.056" v="138"/>
          <ac:spMkLst>
            <pc:docMk/>
            <pc:sldMk cId="3742938525" sldId="269"/>
            <ac:spMk id="9" creationId="{54B05115-E570-AEC0-DA38-103DDA5C8EAD}"/>
          </ac:spMkLst>
        </pc:spChg>
        <pc:spChg chg="add mod ord">
          <ac:chgData name="Alexandru Zangorescu" userId="265fbf50-6acd-4a29-aa58-2066155515f9" providerId="ADAL" clId="{8B7C6567-036B-4958-921E-1F87F60D0345}" dt="2025-10-08T12:31:19.317" v="189" actId="20577"/>
          <ac:spMkLst>
            <pc:docMk/>
            <pc:sldMk cId="3742938525" sldId="269"/>
            <ac:spMk id="10" creationId="{8C7F2F1A-BDA7-4128-46D7-86547858573D}"/>
          </ac:spMkLst>
        </pc:spChg>
        <pc:spChg chg="add mod">
          <ac:chgData name="Alexandru Zangorescu" userId="265fbf50-6acd-4a29-aa58-2066155515f9" providerId="ADAL" clId="{8B7C6567-036B-4958-921E-1F87F60D0345}" dt="2025-10-08T12:31:06.717" v="187" actId="20577"/>
          <ac:spMkLst>
            <pc:docMk/>
            <pc:sldMk cId="3742938525" sldId="269"/>
            <ac:spMk id="11" creationId="{4BC4F38E-77A0-435F-AF17-CCEFB619F5E3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12" creationId="{004C4600-8290-2F8A-C9CA-307967C873E6}"/>
          </ac:spMkLst>
        </pc:spChg>
        <pc:spChg chg="add">
          <ac:chgData name="Alexandru Zangorescu" userId="265fbf50-6acd-4a29-aa58-2066155515f9" providerId="ADAL" clId="{8B7C6567-036B-4958-921E-1F87F60D0345}" dt="2025-10-08T12:30:03.983" v="158" actId="26606"/>
          <ac:spMkLst>
            <pc:docMk/>
            <pc:sldMk cId="3742938525" sldId="269"/>
            <ac:spMk id="13" creationId="{43C48B49-6135-48B6-AC0F-97E5D8D1F03F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14" creationId="{9BA7ABF9-7594-232A-0A17-702FA9676D90}"/>
          </ac:spMkLst>
        </pc:spChg>
        <pc:spChg chg="add">
          <ac:chgData name="Alexandru Zangorescu" userId="265fbf50-6acd-4a29-aa58-2066155515f9" providerId="ADAL" clId="{8B7C6567-036B-4958-921E-1F87F60D0345}" dt="2025-10-08T12:30:03.983" v="158" actId="26606"/>
          <ac:spMkLst>
            <pc:docMk/>
            <pc:sldMk cId="3742938525" sldId="269"/>
            <ac:spMk id="15" creationId="{9715DAF0-AE1B-46C9-8A6B-DB2AA05AB91D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16" creationId="{BE94FD0B-6F2C-5EC0-135A-7FBB7BF567E4}"/>
          </ac:spMkLst>
        </pc:spChg>
        <pc:spChg chg="add">
          <ac:chgData name="Alexandru Zangorescu" userId="265fbf50-6acd-4a29-aa58-2066155515f9" providerId="ADAL" clId="{8B7C6567-036B-4958-921E-1F87F60D0345}" dt="2025-10-08T12:30:03.983" v="158" actId="26606"/>
          <ac:spMkLst>
            <pc:docMk/>
            <pc:sldMk cId="3742938525" sldId="269"/>
            <ac:spMk id="17" creationId="{DC631C0B-6DA6-4E57-8231-CE32B3434A7E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18" creationId="{AE3E91B8-10E5-85DE-12EC-BB9BA35C181A}"/>
          </ac:spMkLst>
        </pc:spChg>
        <pc:spChg chg="add">
          <ac:chgData name="Alexandru Zangorescu" userId="265fbf50-6acd-4a29-aa58-2066155515f9" providerId="ADAL" clId="{8B7C6567-036B-4958-921E-1F87F60D0345}" dt="2025-10-08T12:30:03.983" v="158" actId="26606"/>
          <ac:spMkLst>
            <pc:docMk/>
            <pc:sldMk cId="3742938525" sldId="269"/>
            <ac:spMk id="19" creationId="{F256AC18-FB41-4977-8B0C-F5082335AB7D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20" creationId="{DF2656E9-C003-932A-C9AD-4CBFEB8F0961}"/>
          </ac:spMkLst>
        </pc:spChg>
        <pc:spChg chg="del">
          <ac:chgData name="Alexandru Zangorescu" userId="265fbf50-6acd-4a29-aa58-2066155515f9" providerId="ADAL" clId="{8B7C6567-036B-4958-921E-1F87F60D0345}" dt="2025-10-08T12:28:33.616" v="102"/>
          <ac:spMkLst>
            <pc:docMk/>
            <pc:sldMk cId="3742938525" sldId="269"/>
            <ac:spMk id="22" creationId="{13811E40-BE8E-EE07-5FC1-DAABD0A0B8C9}"/>
          </ac:spMkLst>
        </pc:spChg>
        <pc:spChg chg="add">
          <ac:chgData name="Alexandru Zangorescu" userId="265fbf50-6acd-4a29-aa58-2066155515f9" providerId="ADAL" clId="{8B7C6567-036B-4958-921E-1F87F60D0345}" dt="2025-10-08T12:30:03.983" v="158" actId="26606"/>
          <ac:spMkLst>
            <pc:docMk/>
            <pc:sldMk cId="3742938525" sldId="269"/>
            <ac:spMk id="24" creationId="{AFF4A713-7B75-4B21-90D7-5AB19547C728}"/>
          </ac:spMkLst>
        </pc:spChg>
      </pc:sldChg>
      <pc:sldChg chg="addSp modSp add mod ord">
        <pc:chgData name="Alexandru Zangorescu" userId="265fbf50-6acd-4a29-aa58-2066155515f9" providerId="ADAL" clId="{8B7C6567-036B-4958-921E-1F87F60D0345}" dt="2025-10-08T12:43:28.525" v="226"/>
        <pc:sldMkLst>
          <pc:docMk/>
          <pc:sldMk cId="3450652858" sldId="270"/>
        </pc:sldMkLst>
        <pc:spChg chg="mod">
          <ac:chgData name="Alexandru Zangorescu" userId="265fbf50-6acd-4a29-aa58-2066155515f9" providerId="ADAL" clId="{8B7C6567-036B-4958-921E-1F87F60D0345}" dt="2025-10-08T12:35:02.004" v="193"/>
          <ac:spMkLst>
            <pc:docMk/>
            <pc:sldMk cId="3450652858" sldId="270"/>
            <ac:spMk id="3" creationId="{8745F7AB-226E-87A2-B4D1-7F49AAAECA7E}"/>
          </ac:spMkLst>
        </pc:spChg>
        <pc:picChg chg="add mod">
          <ac:chgData name="Alexandru Zangorescu" userId="265fbf50-6acd-4a29-aa58-2066155515f9" providerId="ADAL" clId="{8B7C6567-036B-4958-921E-1F87F60D0345}" dt="2025-10-08T12:35:34.841" v="201" actId="14100"/>
          <ac:picMkLst>
            <pc:docMk/>
            <pc:sldMk cId="3450652858" sldId="270"/>
            <ac:picMk id="4" creationId="{422EE77F-9635-E06B-5CC3-AA605A1C0635}"/>
          </ac:picMkLst>
        </pc:picChg>
      </pc:sldChg>
      <pc:sldChg chg="delSp add del mod">
        <pc:chgData name="Alexandru Zangorescu" userId="265fbf50-6acd-4a29-aa58-2066155515f9" providerId="ADAL" clId="{8B7C6567-036B-4958-921E-1F87F60D0345}" dt="2025-10-08T12:50:35.755" v="246" actId="47"/>
        <pc:sldMkLst>
          <pc:docMk/>
          <pc:sldMk cId="1844429838" sldId="271"/>
        </pc:sldMkLst>
        <pc:picChg chg="del">
          <ac:chgData name="Alexandru Zangorescu" userId="265fbf50-6acd-4a29-aa58-2066155515f9" providerId="ADAL" clId="{8B7C6567-036B-4958-921E-1F87F60D0345}" dt="2025-10-08T12:37:27.914" v="204" actId="478"/>
          <ac:picMkLst>
            <pc:docMk/>
            <pc:sldMk cId="1844429838" sldId="271"/>
            <ac:picMk id="4" creationId="{912F267F-DF70-3402-89BB-D42E62D42973}"/>
          </ac:picMkLst>
        </pc:picChg>
      </pc:sldChg>
      <pc:sldChg chg="delSp add del mod">
        <pc:chgData name="Alexandru Zangorescu" userId="265fbf50-6acd-4a29-aa58-2066155515f9" providerId="ADAL" clId="{8B7C6567-036B-4958-921E-1F87F60D0345}" dt="2025-10-08T12:50:37.262" v="247" actId="47"/>
        <pc:sldMkLst>
          <pc:docMk/>
          <pc:sldMk cId="962360927" sldId="272"/>
        </pc:sldMkLst>
        <pc:picChg chg="del">
          <ac:chgData name="Alexandru Zangorescu" userId="265fbf50-6acd-4a29-aa58-2066155515f9" providerId="ADAL" clId="{8B7C6567-036B-4958-921E-1F87F60D0345}" dt="2025-10-08T12:37:30.285" v="205" actId="478"/>
          <ac:picMkLst>
            <pc:docMk/>
            <pc:sldMk cId="962360927" sldId="272"/>
            <ac:picMk id="4" creationId="{BB2BE9F4-0E0D-A2F4-BC27-4D5183534D06}"/>
          </ac:picMkLst>
        </pc:picChg>
      </pc:sldChg>
      <pc:sldChg chg="addSp delSp modSp add mod">
        <pc:chgData name="Alexandru Zangorescu" userId="265fbf50-6acd-4a29-aa58-2066155515f9" providerId="ADAL" clId="{8B7C6567-036B-4958-921E-1F87F60D0345}" dt="2025-10-08T12:40:23.809" v="223" actId="14100"/>
        <pc:sldMkLst>
          <pc:docMk/>
          <pc:sldMk cId="3131500578" sldId="273"/>
        </pc:sldMkLst>
        <pc:picChg chg="add mod">
          <ac:chgData name="Alexandru Zangorescu" userId="265fbf50-6acd-4a29-aa58-2066155515f9" providerId="ADAL" clId="{8B7C6567-036B-4958-921E-1F87F60D0345}" dt="2025-10-08T12:40:23.809" v="223" actId="14100"/>
          <ac:picMkLst>
            <pc:docMk/>
            <pc:sldMk cId="3131500578" sldId="273"/>
            <ac:picMk id="4" creationId="{78CA0A3D-1F01-731B-6E53-D339DCDD5021}"/>
          </ac:picMkLst>
        </pc:picChg>
        <pc:picChg chg="del">
          <ac:chgData name="Alexandru Zangorescu" userId="265fbf50-6acd-4a29-aa58-2066155515f9" providerId="ADAL" clId="{8B7C6567-036B-4958-921E-1F87F60D0345}" dt="2025-10-08T12:40:08.825" v="216" actId="478"/>
          <ac:picMkLst>
            <pc:docMk/>
            <pc:sldMk cId="3131500578" sldId="273"/>
            <ac:picMk id="8" creationId="{064CEEBF-70B7-20E0-73AF-0304E1B2D6BF}"/>
          </ac:picMkLst>
        </pc:picChg>
      </pc:sldChg>
      <pc:sldChg chg="addSp delSp modSp add mod ord">
        <pc:chgData name="Alexandru Zangorescu" userId="265fbf50-6acd-4a29-aa58-2066155515f9" providerId="ADAL" clId="{8B7C6567-036B-4958-921E-1F87F60D0345}" dt="2025-10-08T12:49:28.474" v="245"/>
        <pc:sldMkLst>
          <pc:docMk/>
          <pc:sldMk cId="2025966659" sldId="274"/>
        </pc:sldMkLst>
        <pc:picChg chg="add mod">
          <ac:chgData name="Alexandru Zangorescu" userId="265fbf50-6acd-4a29-aa58-2066155515f9" providerId="ADAL" clId="{8B7C6567-036B-4958-921E-1F87F60D0345}" dt="2025-10-08T12:48:45.569" v="243" actId="14100"/>
          <ac:picMkLst>
            <pc:docMk/>
            <pc:sldMk cId="2025966659" sldId="274"/>
            <ac:picMk id="4" creationId="{FF8EE7F0-53F3-31A3-F376-528FB9809C6F}"/>
          </ac:picMkLst>
        </pc:picChg>
        <pc:picChg chg="add mod">
          <ac:chgData name="Alexandru Zangorescu" userId="265fbf50-6acd-4a29-aa58-2066155515f9" providerId="ADAL" clId="{8B7C6567-036B-4958-921E-1F87F60D0345}" dt="2025-10-08T12:48:37.942" v="241" actId="14100"/>
          <ac:picMkLst>
            <pc:docMk/>
            <pc:sldMk cId="2025966659" sldId="274"/>
            <ac:picMk id="7" creationId="{A286D1F2-BFE5-99DD-9C46-633AA157767F}"/>
          </ac:picMkLst>
        </pc:picChg>
        <pc:picChg chg="del">
          <ac:chgData name="Alexandru Zangorescu" userId="265fbf50-6acd-4a29-aa58-2066155515f9" providerId="ADAL" clId="{8B7C6567-036B-4958-921E-1F87F60D0345}" dt="2025-10-08T12:41:13" v="224" actId="478"/>
          <ac:picMkLst>
            <pc:docMk/>
            <pc:sldMk cId="2025966659" sldId="274"/>
            <ac:picMk id="8" creationId="{F60B81AE-5004-D6DA-ED16-4A8BE013AE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3A9B-9B58-5BB4-3786-F15334049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FD343-15F8-3BA1-2795-A0D7B9204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5661-6625-B968-3386-A55B3895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CA97C-9DE5-E9B9-7896-718D3119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CB623-DBBC-8307-7AB0-29052952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535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8A43-025D-64F1-660D-EFF9E2FC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9DFAF-3C4B-5ABC-9D27-760E934F0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5502B-6177-1EC7-3CC2-39C84E27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27789-2C19-DC5F-786C-5881E4F1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2D56F-F06F-7483-8D29-CC3361A6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51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4104-AB34-80AC-D163-A63BD58A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BEA13-31D9-F9C3-1619-5868F9201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71119-4DE7-0429-B87A-DA61D7BD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AFA62-A14B-0963-508A-A3F86097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C82A4-DBDE-9FB4-3C86-17B4CC0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68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67AD-B85C-1580-A4E9-6682128C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DC26-AB46-81FF-9DE5-E142D1F15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78F6E-8417-DDAE-09FF-617A0671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A2BAB-C8B0-5D11-89DA-80596543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F61EF-BBC6-720F-79D7-A24C2DEB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3392D-A6FD-9891-969E-5AA13F1E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51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D3D7-1860-D4EA-1FD8-A4C168BC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90579-EE82-D7DB-B14E-2F0BA1F0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4C34C-4C9B-2C7A-981B-E8101E8AA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2ED7E-7916-9507-B48F-1DA727BAD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48292-CFD9-896F-063A-AC77CE562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2EFCA-0824-348E-2ECD-7D43659F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ECF50-5C38-1AD8-4D0E-658A4FF5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822B4-6F04-0987-3656-5371636F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95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90E1-E4E0-F309-7237-4F74B78B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8AC6B-FDF1-9768-9F2E-DF0750A0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C6D0B-CEE3-E4C1-7A90-95DC8276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5F11C-C487-2A10-2540-E73A6E18B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444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5BDD4-2B4D-5E24-E7EC-F4454B90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9F719-A0BA-8BAD-67FE-1547FF41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D2E84-BF04-9485-2923-BC1AB869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012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35BC-5F08-1805-A4DB-AABBBF5B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07F02-BE52-8E01-E9FA-8B79F694F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8A790-A201-0940-16F9-CD9C88DBB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3914A-EBAD-6C42-6033-A481665F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7A704-D9EC-1CC7-ECB2-8892EBFC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497D9-BFE1-6EB4-D21E-4ED51D92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11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7A4F-E15A-F85A-3199-5DFA7A37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0F7AC-8620-76EB-619E-218BA613C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097D-1491-7FB6-0EBE-F744E5863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4299-DA8A-CF52-80A7-D08BDC2D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FD0B5-32BA-96B7-7823-DC6439A7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92728-9BB2-F1E2-3658-E5E54DEE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0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4933-D8DB-A4CD-78EF-11BB2618F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D9367-0565-1503-5B6D-0CBA7E87C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C8701-B85C-7957-60A2-53FD79AC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4772E-4620-95E8-A3E1-F090717C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6D81-87E7-4E75-0205-1F42EC43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40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C3DA47-FED1-C24A-C7E8-65339D178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8C436-2E23-B3EA-0FA5-2C3901706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43B58-2027-E254-8612-BE76E0AC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A36FB-59BF-107A-6814-F2920CA8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CBC0-3D62-FF1B-89E1-FC1C6AAE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19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BE7E9-B8F5-ED6D-C49D-EF60F71D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FF8C-6EB3-E247-AF9B-AF39A86DF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A2D0-68ED-9046-BD13-F02084770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77120-768D-4444-BB7F-949C5F00BE71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5D384-B36F-6864-2754-DE3986998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BC05-749D-1826-AF18-9A5B11AC5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4D45B-36F4-4C69-9B36-97418FA372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47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92AB7-3C45-8E48-4C3C-46A2E7371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38" y="5025845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de-DE" sz="3200" dirty="0"/>
              <a:t>Alexandru Zangorescu</a:t>
            </a:r>
            <a:r>
              <a:rPr lang="de-DE" sz="3200" b="0" dirty="0">
                <a:effectLst/>
              </a:rPr>
              <a:t> </a:t>
            </a:r>
            <a:endParaRPr lang="de-DE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C783F-EA5D-9C8B-0D7F-E60B80D37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3" y="2984992"/>
            <a:ext cx="4036333" cy="1709849"/>
          </a:xfrm>
        </p:spPr>
        <p:txBody>
          <a:bodyPr anchor="b">
            <a:normAutofit fontScale="62500" lnSpcReduction="20000"/>
          </a:bodyPr>
          <a:lstStyle/>
          <a:p>
            <a:r>
              <a:rPr lang="de-DE" sz="7700" dirty="0"/>
              <a:t>Content Management Systems</a:t>
            </a:r>
            <a:endParaRPr lang="de-DE" sz="7700" b="0" dirty="0">
              <a:effectLst/>
            </a:endParaRPr>
          </a:p>
          <a:p>
            <a:endParaRPr lang="de-DE" sz="2000" dirty="0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88586EFC-2F84-42F2-5A19-C7E89204E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7597" y="666728"/>
            <a:ext cx="5465791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2FD82B-5CFE-D583-A943-EB670003481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407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93315-EF55-BFCC-08DF-184E53D8F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E3381-193C-E15A-A131-3E0DD84D5691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Zielgruppe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17F93E-960C-0200-2054-7CC3CC93E370}"/>
              </a:ext>
            </a:extLst>
          </p:cNvPr>
          <p:cNvSpPr txBox="1"/>
          <p:nvPr/>
        </p:nvSpPr>
        <p:spPr>
          <a:xfrm>
            <a:off x="4134811" y="649480"/>
            <a:ext cx="7883018" cy="5903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Museen</a:t>
            </a:r>
            <a:r>
              <a:rPr lang="en-US" sz="2000" b="1" dirty="0"/>
              <a:t>, Archive, </a:t>
            </a:r>
            <a:r>
              <a:rPr lang="en-US" sz="2000" b="1" dirty="0" err="1"/>
              <a:t>Kulturprojekte</a:t>
            </a:r>
            <a:r>
              <a:rPr lang="en-US" sz="2000" dirty="0"/>
              <a:t> – </a:t>
            </a:r>
            <a:r>
              <a:rPr lang="en-US" sz="2000" dirty="0" err="1"/>
              <a:t>wollen</a:t>
            </a:r>
            <a:r>
              <a:rPr lang="en-US" sz="2000" dirty="0"/>
              <a:t> </a:t>
            </a:r>
            <a:r>
              <a:rPr lang="en-US" sz="2000" dirty="0" err="1"/>
              <a:t>ihre</a:t>
            </a:r>
            <a:r>
              <a:rPr lang="en-US" sz="2000" dirty="0"/>
              <a:t> </a:t>
            </a:r>
            <a:r>
              <a:rPr lang="en-US" sz="2000" dirty="0" err="1"/>
              <a:t>Objekte</a:t>
            </a:r>
            <a:r>
              <a:rPr lang="en-US" sz="2000" dirty="0"/>
              <a:t> digital </a:t>
            </a:r>
            <a:r>
              <a:rPr lang="en-US" sz="2000" dirty="0" err="1"/>
              <a:t>präsentieren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Kommunen</a:t>
            </a:r>
            <a:r>
              <a:rPr lang="en-US" sz="2000" b="1" dirty="0"/>
              <a:t> &amp; </a:t>
            </a:r>
            <a:r>
              <a:rPr lang="en-US" sz="2000" b="1" dirty="0" err="1"/>
              <a:t>Bildungseinrichtungen</a:t>
            </a:r>
            <a:r>
              <a:rPr lang="en-US" sz="2000" dirty="0"/>
              <a:t> – </a:t>
            </a:r>
            <a:r>
              <a:rPr lang="en-US" sz="2000" dirty="0" err="1"/>
              <a:t>nutzen</a:t>
            </a:r>
            <a:r>
              <a:rPr lang="en-US" sz="2000" dirty="0"/>
              <a:t> das System für </a:t>
            </a:r>
            <a:r>
              <a:rPr lang="en-US" sz="2000" dirty="0" err="1"/>
              <a:t>lokale</a:t>
            </a:r>
            <a:r>
              <a:rPr lang="en-US" sz="2000" dirty="0"/>
              <a:t> </a:t>
            </a:r>
            <a:r>
              <a:rPr lang="en-US" sz="2000" dirty="0" err="1"/>
              <a:t>Geschichte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Touristen</a:t>
            </a:r>
            <a:r>
              <a:rPr lang="en-US" sz="2000" b="1" dirty="0"/>
              <a:t> &amp; </a:t>
            </a:r>
            <a:r>
              <a:rPr lang="en-US" sz="2000" b="1" dirty="0" err="1"/>
              <a:t>Kulturinteressierte</a:t>
            </a:r>
            <a:r>
              <a:rPr lang="en-US" sz="2000" dirty="0"/>
              <a:t> – </a:t>
            </a:r>
            <a:r>
              <a:rPr lang="en-US" sz="2000" dirty="0" err="1"/>
              <a:t>suchen</a:t>
            </a:r>
            <a:r>
              <a:rPr lang="en-US" sz="2000" dirty="0"/>
              <a:t> </a:t>
            </a:r>
            <a:r>
              <a:rPr lang="en-US" sz="2000" dirty="0" err="1"/>
              <a:t>leicht</a:t>
            </a:r>
            <a:r>
              <a:rPr lang="en-US" sz="2000" dirty="0"/>
              <a:t> </a:t>
            </a:r>
            <a:r>
              <a:rPr lang="en-US" sz="2000" dirty="0" err="1"/>
              <a:t>verständliche</a:t>
            </a:r>
            <a:r>
              <a:rPr lang="en-US" sz="2000" dirty="0"/>
              <a:t> </a:t>
            </a:r>
            <a:r>
              <a:rPr lang="en-US" sz="2000" dirty="0" err="1"/>
              <a:t>Infos</a:t>
            </a:r>
            <a:r>
              <a:rPr lang="en-US" sz="2000" dirty="0"/>
              <a:t> &amp; Karten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Forschende</a:t>
            </a:r>
            <a:r>
              <a:rPr lang="en-US" sz="2000" b="1" dirty="0"/>
              <a:t> &amp; </a:t>
            </a:r>
            <a:r>
              <a:rPr lang="en-US" sz="2000" b="1" dirty="0" err="1"/>
              <a:t>Studierende</a:t>
            </a:r>
            <a:r>
              <a:rPr lang="en-US" sz="2000" dirty="0"/>
              <a:t> – </a:t>
            </a:r>
            <a:r>
              <a:rPr lang="en-US" sz="2000" dirty="0" err="1"/>
              <a:t>verwenden</a:t>
            </a:r>
            <a:r>
              <a:rPr lang="en-US" sz="2000" dirty="0"/>
              <a:t> </a:t>
            </a:r>
            <a:r>
              <a:rPr lang="en-US" sz="2000" dirty="0" err="1"/>
              <a:t>Inhalte</a:t>
            </a:r>
            <a:r>
              <a:rPr lang="en-US" sz="2000" dirty="0"/>
              <a:t> für </a:t>
            </a:r>
            <a:r>
              <a:rPr lang="en-US" sz="2000" dirty="0" err="1"/>
              <a:t>Projekte</a:t>
            </a:r>
            <a:r>
              <a:rPr lang="en-US" sz="2000" dirty="0"/>
              <a:t> &amp; </a:t>
            </a:r>
            <a:r>
              <a:rPr lang="en-US" sz="2000" dirty="0" err="1"/>
              <a:t>Studien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24BAF-AE82-5519-A697-3EFAAE49FC5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74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074DE-D0D4-602B-0172-04382A3B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C4F38E-77A0-435F-AF17-CCEFB619F5E3}"/>
              </a:ext>
            </a:extLst>
          </p:cNvPr>
          <p:cNvSpPr txBox="1"/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6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Features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C7F2F1A-BDA7-4128-46D7-86547858573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3382" y="323988"/>
            <a:ext cx="11167431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Interaktive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Karte (OpenStreetMap + Leaflet)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Nutzer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Objekte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Ort,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Thema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erkunden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Benutzerbereich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Objekt-Erstellung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Community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eigene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Beiträge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vorschlagen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moderiert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Dark &amp; Light Mode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automatischem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Geräte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-Theme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Mehrsprachigkeit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(WPML /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Polylang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Perfekt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für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Besucher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&amp; Sicherheit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Caching, SSL, Firewalls &amp;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regelmäßige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Backups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SEO &amp; Analytics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integriert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Sichtbarkeit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Reichweite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gezielt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verbessern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3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8F64F-60FB-C650-419D-15EAA8AC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53FCA-CBB2-76FB-748E-40D603616CD4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Technische Umsetzung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063E9-1A0C-632B-8CA9-E1FD893272A2}"/>
              </a:ext>
            </a:extLst>
          </p:cNvPr>
          <p:cNvSpPr txBox="1"/>
          <p:nvPr/>
        </p:nvSpPr>
        <p:spPr>
          <a:xfrm>
            <a:off x="5743575" y="649480"/>
            <a:ext cx="602063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System &amp; Layout: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Einsatz</a:t>
            </a:r>
            <a:r>
              <a:rPr lang="en-US" sz="1400" dirty="0"/>
              <a:t> von WordPress </a:t>
            </a:r>
            <a:r>
              <a:rPr lang="en-US" sz="1400" dirty="0" err="1"/>
              <a:t>als</a:t>
            </a:r>
            <a:r>
              <a:rPr lang="en-US" sz="1400" dirty="0"/>
              <a:t> flexibles CMS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Individuell</a:t>
            </a:r>
            <a:r>
              <a:rPr lang="en-US" sz="1400" dirty="0"/>
              <a:t> </a:t>
            </a:r>
            <a:r>
              <a:rPr lang="en-US" sz="1400" dirty="0" err="1"/>
              <a:t>angepasstes</a:t>
            </a:r>
            <a:r>
              <a:rPr lang="en-US" sz="1400" dirty="0"/>
              <a:t>,</a:t>
            </a:r>
            <a:r>
              <a:rPr lang="en-US" sz="1400" b="1" dirty="0"/>
              <a:t> </a:t>
            </a:r>
            <a:r>
              <a:rPr lang="en-US" sz="1400" dirty="0" err="1"/>
              <a:t>leichtgewichtiges</a:t>
            </a:r>
            <a:r>
              <a:rPr lang="en-US" sz="1400" dirty="0"/>
              <a:t> Theme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Fokus</a:t>
            </a:r>
            <a:r>
              <a:rPr lang="en-US" sz="1400" dirty="0"/>
              <a:t> auf Performance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Responsives</a:t>
            </a:r>
            <a:r>
              <a:rPr lang="en-US" sz="1400" dirty="0"/>
              <a:t> Design </a:t>
            </a:r>
            <a:r>
              <a:rPr lang="en-US" sz="1400" dirty="0" err="1"/>
              <a:t>mit</a:t>
            </a:r>
            <a:r>
              <a:rPr lang="en-US" sz="1400" dirty="0"/>
              <a:t> CSS Grid, Flexbox &amp; Media Queries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Barrierefreie</a:t>
            </a:r>
            <a:r>
              <a:rPr lang="en-US" sz="1400" dirty="0"/>
              <a:t> </a:t>
            </a:r>
            <a:r>
              <a:rPr lang="en-US" sz="1400" dirty="0" err="1"/>
              <a:t>Gestaltung</a:t>
            </a:r>
            <a:r>
              <a:rPr lang="en-US" sz="1400" dirty="0"/>
              <a:t> </a:t>
            </a:r>
            <a:r>
              <a:rPr lang="en-US" sz="1400" dirty="0" err="1"/>
              <a:t>nach</a:t>
            </a:r>
            <a:r>
              <a:rPr lang="en-US" sz="1400" dirty="0"/>
              <a:t> WCAG-Standards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Dark/Light Mode </a:t>
            </a:r>
            <a:r>
              <a:rPr lang="en-US" sz="1400" dirty="0" err="1"/>
              <a:t>Unterstützung</a:t>
            </a:r>
            <a:r>
              <a:rPr lang="en-US" sz="1400" dirty="0"/>
              <a:t> für </a:t>
            </a:r>
            <a:r>
              <a:rPr lang="en-US" sz="1400" dirty="0" err="1"/>
              <a:t>moderne</a:t>
            </a:r>
            <a:r>
              <a:rPr lang="en-US" sz="1400" dirty="0"/>
              <a:t> </a:t>
            </a:r>
            <a:r>
              <a:rPr lang="en-US" sz="1400" dirty="0" err="1"/>
              <a:t>Endgeräte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Plugins &amp; </a:t>
            </a:r>
            <a:r>
              <a:rPr lang="en-US" sz="1400" b="1" dirty="0" err="1"/>
              <a:t>Erweiterungen</a:t>
            </a:r>
            <a:r>
              <a:rPr lang="en-US" sz="1400" b="1" dirty="0"/>
              <a:t>: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Caching &amp; Performance-Boost (z. B. WP Rocket, </a:t>
            </a:r>
            <a:r>
              <a:rPr lang="en-US" sz="1400" dirty="0" err="1"/>
              <a:t>Autoptimize</a:t>
            </a:r>
            <a:r>
              <a:rPr lang="en-US" sz="14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SEO-Integration (Yoast SEO, Rank Math)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Mehrsprachigkeit</a:t>
            </a:r>
            <a:r>
              <a:rPr lang="en-US" sz="1400" dirty="0"/>
              <a:t> </a:t>
            </a:r>
            <a:r>
              <a:rPr lang="en-US" sz="1400" dirty="0" err="1"/>
              <a:t>über</a:t>
            </a:r>
            <a:r>
              <a:rPr lang="en-US" sz="1400" dirty="0"/>
              <a:t> WPML </a:t>
            </a:r>
            <a:r>
              <a:rPr lang="en-US" sz="1400" dirty="0" err="1"/>
              <a:t>oder</a:t>
            </a:r>
            <a:r>
              <a:rPr lang="en-US" sz="1400" dirty="0"/>
              <a:t> </a:t>
            </a:r>
            <a:r>
              <a:rPr lang="en-US" sz="1400" dirty="0" err="1"/>
              <a:t>Polylang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Kontakt</a:t>
            </a:r>
            <a:r>
              <a:rPr lang="en-US" sz="1400" dirty="0"/>
              <a:t>- und </a:t>
            </a:r>
            <a:r>
              <a:rPr lang="en-US" sz="1400" dirty="0" err="1"/>
              <a:t>Anfrageformulare</a:t>
            </a:r>
            <a:r>
              <a:rPr lang="en-US" sz="1400" dirty="0"/>
              <a:t> (Contact Form 7 / Formidable Forms)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Sicherheitslösungen</a:t>
            </a:r>
            <a:r>
              <a:rPr lang="en-US" sz="1400" dirty="0"/>
              <a:t> (</a:t>
            </a:r>
            <a:r>
              <a:rPr lang="en-US" sz="1400" dirty="0" err="1"/>
              <a:t>Wordfence</a:t>
            </a:r>
            <a:r>
              <a:rPr lang="en-US" sz="1400" dirty="0"/>
              <a:t>, Limit Login Attempts)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Such- und </a:t>
            </a:r>
            <a:r>
              <a:rPr lang="en-US" sz="1400" dirty="0" err="1"/>
              <a:t>Filterfunktionen</a:t>
            </a:r>
            <a:r>
              <a:rPr lang="en-US" sz="1400" dirty="0"/>
              <a:t> für </a:t>
            </a:r>
            <a:r>
              <a:rPr lang="en-US" sz="1400" dirty="0" err="1"/>
              <a:t>bessere</a:t>
            </a:r>
            <a:r>
              <a:rPr lang="en-US" sz="1400" dirty="0"/>
              <a:t> </a:t>
            </a:r>
            <a:r>
              <a:rPr lang="en-US" sz="1400" dirty="0" err="1"/>
              <a:t>Benutzererfahrung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Analytics &amp; Tracking </a:t>
            </a:r>
            <a:r>
              <a:rPr lang="en-US" sz="1400" dirty="0" err="1"/>
              <a:t>zur</a:t>
            </a:r>
            <a:r>
              <a:rPr lang="en-US" sz="1400" dirty="0"/>
              <a:t> </a:t>
            </a:r>
            <a:r>
              <a:rPr lang="en-US" sz="1400" dirty="0" err="1"/>
              <a:t>Erfolgsmessung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Backup- &amp; </a:t>
            </a:r>
            <a:r>
              <a:rPr lang="en-US" sz="1400" dirty="0" err="1"/>
              <a:t>Wartungstools</a:t>
            </a:r>
            <a:r>
              <a:rPr lang="en-US" sz="1400" dirty="0"/>
              <a:t> </a:t>
            </a:r>
            <a:r>
              <a:rPr lang="en-US" sz="1400" dirty="0" err="1"/>
              <a:t>zur</a:t>
            </a:r>
            <a:r>
              <a:rPr lang="en-US" sz="1400" dirty="0"/>
              <a:t> </a:t>
            </a:r>
            <a:r>
              <a:rPr lang="en-US" sz="1400" dirty="0" err="1"/>
              <a:t>Datensicherung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A3F37-149B-8662-C135-D62C59EA9446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859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83410-E50E-695E-F1FE-98E49935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ADA56-A909-50A0-DF5E-87DC222BA6C4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Zeitplan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D618E-2B55-C402-1A57-989BA5E7BC70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9B0F75-AF89-7285-02A7-D2A33EA92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26130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F322E3-D195-9F83-A830-F83D4A51F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441392"/>
              </p:ext>
            </p:extLst>
          </p:nvPr>
        </p:nvGraphicFramePr>
        <p:xfrm>
          <a:off x="432225" y="2068358"/>
          <a:ext cx="11327550" cy="448507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79663">
                  <a:extLst>
                    <a:ext uri="{9D8B030D-6E8A-4147-A177-3AD203B41FA5}">
                      <a16:colId xmlns:a16="http://schemas.microsoft.com/office/drawing/2014/main" val="4752456"/>
                    </a:ext>
                  </a:extLst>
                </a:gridCol>
                <a:gridCol w="5948620">
                  <a:extLst>
                    <a:ext uri="{9D8B030D-6E8A-4147-A177-3AD203B41FA5}">
                      <a16:colId xmlns:a16="http://schemas.microsoft.com/office/drawing/2014/main" val="2204456479"/>
                    </a:ext>
                  </a:extLst>
                </a:gridCol>
                <a:gridCol w="2199267">
                  <a:extLst>
                    <a:ext uri="{9D8B030D-6E8A-4147-A177-3AD203B41FA5}">
                      <a16:colId xmlns:a16="http://schemas.microsoft.com/office/drawing/2014/main" val="3927395225"/>
                    </a:ext>
                  </a:extLst>
                </a:gridCol>
              </a:tblGrid>
              <a:tr h="106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Projektphase</a:t>
                      </a:r>
                      <a:endParaRPr lang="de-DE" sz="28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Inhalt / Aufgaben</a:t>
                      </a:r>
                      <a:endParaRPr lang="de-DE" sz="28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Zeitrahmen (Wochen)</a:t>
                      </a:r>
                      <a:endParaRPr lang="de-DE" sz="28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20680"/>
                  </a:ext>
                </a:extLst>
              </a:tr>
              <a:tr h="58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1. Planung &amp; Analyse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Untersuchung der Zielgruppe, Erstellung einer Seitenstruktur und erster Layout-Skizzen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1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514520"/>
                  </a:ext>
                </a:extLst>
              </a:tr>
              <a:tr h="58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2. Gestaltung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Entwicklung des visuellen Designs, Erstellung von Prototypen, Einholen und Einarbeiten von Feedback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/>
                        <a:t>1</a:t>
                      </a:r>
                      <a:endParaRPr lang="de-DE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030555"/>
                  </a:ext>
                </a:extLst>
              </a:tr>
              <a:tr h="58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3. Umsetzung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Installation und Konfiguration von WordPress, Implementierung der Funktionen, Datenübernahme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4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521633"/>
                  </a:ext>
                </a:extLst>
              </a:tr>
              <a:tr h="856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4. Test &amp; Optimierung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Prüfung der Benutzerfreundlichkeit, Anpassung für verschiedene Geräte, Suchmaschinenoptimierung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/>
                        <a:t>1,5</a:t>
                      </a:r>
                      <a:endParaRPr lang="de-DE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663090"/>
                  </a:ext>
                </a:extLst>
              </a:tr>
              <a:tr h="58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5. Veröffentlichung &amp; Einführung</a:t>
                      </a:r>
                      <a:endParaRPr lang="de-DE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Veröffentlichung der Website, Einweisung der Nutzer und finale Übergabe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/>
                        <a:t>1,5</a:t>
                      </a:r>
                      <a:endParaRPr lang="de-DE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60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92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042F9-483E-60D4-33EC-D7F3284E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1DE0B-1769-BF16-052F-DE6754D774A5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Preise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B042A-B71A-BF37-48EF-AEFF93C4D55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5B00F8-0163-CA7F-74BB-6F74AC5EB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405336"/>
              </p:ext>
            </p:extLst>
          </p:nvPr>
        </p:nvGraphicFramePr>
        <p:xfrm>
          <a:off x="5007430" y="48588"/>
          <a:ext cx="6744632" cy="6382692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2128007">
                  <a:extLst>
                    <a:ext uri="{9D8B030D-6E8A-4147-A177-3AD203B41FA5}">
                      <a16:colId xmlns:a16="http://schemas.microsoft.com/office/drawing/2014/main" val="4142993072"/>
                    </a:ext>
                  </a:extLst>
                </a:gridCol>
                <a:gridCol w="2384093">
                  <a:extLst>
                    <a:ext uri="{9D8B030D-6E8A-4147-A177-3AD203B41FA5}">
                      <a16:colId xmlns:a16="http://schemas.microsoft.com/office/drawing/2014/main" val="474391003"/>
                    </a:ext>
                  </a:extLst>
                </a:gridCol>
                <a:gridCol w="2232532">
                  <a:extLst>
                    <a:ext uri="{9D8B030D-6E8A-4147-A177-3AD203B41FA5}">
                      <a16:colId xmlns:a16="http://schemas.microsoft.com/office/drawing/2014/main" val="692104152"/>
                    </a:ext>
                  </a:extLst>
                </a:gridCol>
              </a:tblGrid>
              <a:tr h="539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Kategorie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Leistungen / Umfang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Kostenrahmen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054178"/>
                  </a:ext>
                </a:extLst>
              </a:tr>
              <a:tr h="968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Personal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Projektleitung (Teilzeit), UX/UI-Design, Frontend- &amp; Backend-Entwicklung, Qualitätssicherung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Entwickler: 85–120 €/h · Designer: 60–90 €/h · Projektleitung: 70–100 €/h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8134"/>
                  </a:ext>
                </a:extLst>
              </a:tr>
              <a:tr h="116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Software &amp; Lizenzen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 dirty="0">
                          <a:solidFill>
                            <a:schemeClr val="tx1"/>
                          </a:solidFill>
                        </a:rPr>
                        <a:t>WordPress-Setup, Premium-Plugins, API-Zugriffe (z. B. Kartenservice), Sicherheitszertifikate, Wartungstools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ca. </a:t>
                      </a: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3.000 €</a:t>
                      </a: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 einmalig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186822"/>
                  </a:ext>
                </a:extLst>
              </a:tr>
              <a:tr h="77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 dirty="0">
                          <a:solidFill>
                            <a:schemeClr val="tx1"/>
                          </a:solidFill>
                        </a:rPr>
                        <a:t>Hosting &amp; Infrastruktur</a:t>
                      </a:r>
                      <a:endParaRPr lang="de-DE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Leistungsstarker Webserver, CDN, tägliche Backups, Datenbanken, SSL-Zertifikate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ca. </a:t>
                      </a: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5.000 € pro Jahr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596995"/>
                  </a:ext>
                </a:extLst>
              </a:tr>
              <a:tr h="968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Medien &amp; Content-Produktion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Fotoshootings, Video-Content, Bildrechte, Textaufbereitung, Übersetzungen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2.000–5.000 € jährlich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81369"/>
                  </a:ext>
                </a:extLst>
              </a:tr>
              <a:tr h="77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Testing &amp; Qualitätssicherung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Externe Usability-Tests, Testgeräte, Browser-Kompatibilität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1.000–2.500 €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551225"/>
                  </a:ext>
                </a:extLst>
              </a:tr>
              <a:tr h="968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>
                          <a:solidFill>
                            <a:schemeClr val="tx1"/>
                          </a:solidFill>
                        </a:rPr>
                        <a:t>Sonstige Aufwände</a:t>
                      </a:r>
                      <a:endParaRPr lang="de-DE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Projektkommunikation, Reisekosten, unvorhergesehene technische Anpassungen</a:t>
                      </a: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none" spc="0" dirty="0">
                          <a:solidFill>
                            <a:schemeClr val="tx1"/>
                          </a:solidFill>
                        </a:rPr>
                        <a:t>5.000–7.000 € Reserve</a:t>
                      </a:r>
                      <a:endParaRPr lang="de-DE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729" marR="71729" marT="82363" marB="358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530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932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2F81-94AD-300B-03CE-3571D640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429600-3C82-645B-446A-B4FBB16E72FA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31164E-6060-E84C-C5C8-8EE2A702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410"/>
            <a:ext cx="12192000" cy="609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9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2A4A-BB58-4193-CD49-8F115EB9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7B342E-9109-042C-2AAB-2D7830F83FC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D9C439-2A39-2FCF-EC6A-7FCEF6F6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410"/>
            <a:ext cx="12192000" cy="6099180"/>
          </a:xfrm>
          <a:prstGeom prst="rect">
            <a:avLst/>
          </a:prstGeom>
        </p:spPr>
      </p:pic>
      <p:sp>
        <p:nvSpPr>
          <p:cNvPr id="4" name="Lightning Bolt 3">
            <a:extLst>
              <a:ext uri="{FF2B5EF4-FFF2-40B4-BE49-F238E27FC236}">
                <a16:creationId xmlns:a16="http://schemas.microsoft.com/office/drawing/2014/main" id="{93C04EB7-918E-AD80-D2D9-3A3A3EDA8A3C}"/>
              </a:ext>
            </a:extLst>
          </p:cNvPr>
          <p:cNvSpPr/>
          <p:nvPr/>
        </p:nvSpPr>
        <p:spPr>
          <a:xfrm>
            <a:off x="590550" y="2066925"/>
            <a:ext cx="1028700" cy="1914525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Lightning Bolt 5">
            <a:extLst>
              <a:ext uri="{FF2B5EF4-FFF2-40B4-BE49-F238E27FC236}">
                <a16:creationId xmlns:a16="http://schemas.microsoft.com/office/drawing/2014/main" id="{0E2C8A29-7317-F386-27A7-CC461915AF17}"/>
              </a:ext>
            </a:extLst>
          </p:cNvPr>
          <p:cNvSpPr/>
          <p:nvPr/>
        </p:nvSpPr>
        <p:spPr>
          <a:xfrm>
            <a:off x="10458450" y="2287071"/>
            <a:ext cx="1028700" cy="1914525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69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9CCE-09D6-7255-715E-23EC7C4F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0604A1-ED5D-7E19-C10B-D1B679400304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499E7BB0-5B12-4CF8-6A09-F18E988D3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2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E09F-C1FC-2151-BF41-6381CF28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948E1A-EE6A-FBDE-2F7A-A90176768022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Zielgruppe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974DA-E572-5D9E-AF78-8BEC0236E550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EE7F0-53F3-31A3-F376-528FB9809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6" y="1"/>
            <a:ext cx="11898216" cy="6691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86D1F2-BFE5-99DD-9C46-633AA1577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17" y="0"/>
            <a:ext cx="1810439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6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9515-751C-DF53-1651-D94B936C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19DFA-77DF-DAF6-BAC0-F9FBBF91F415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Zielgruppe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8F230-CA93-204F-C31A-38C454C82AF9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47A922-7EB3-7673-0C87-284F5C37D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1" y="0"/>
            <a:ext cx="11078955" cy="66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9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0CCA0-CE57-A475-5273-53C28DBB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574D0-6933-C67E-0AB6-549FE3B0DFE6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Zielgruppe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A4882-E826-FFAF-FEC8-ADAA34D9B23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A0A3D-1F01-731B-6E53-D339DCDD5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6" y="0"/>
            <a:ext cx="11633812" cy="652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0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4846-08E2-9FD8-96CC-F9D4F52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45F7AB-226E-87A2-B4D1-7F49AAAECA7E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Zielgruppe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7C62D-91B7-9571-D0A5-6F1A0A95782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/>
          </a:p>
        </p:txBody>
      </p:sp>
      <p:pic>
        <p:nvPicPr>
          <p:cNvPr id="4" name="Picture 3" descr="A bird's eye view of a house">
            <a:extLst>
              <a:ext uri="{FF2B5EF4-FFF2-40B4-BE49-F238E27FC236}">
                <a16:creationId xmlns:a16="http://schemas.microsoft.com/office/drawing/2014/main" id="{422EE77F-9635-E06B-5CC3-AA605A1C0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52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A3287-F305-78C2-82AB-A5CF82F3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F9A29-92E0-97F9-DCBA-3F24518B019B}"/>
              </a:ext>
            </a:extLst>
          </p:cNvPr>
          <p:cNvSpPr txBox="1"/>
          <p:nvPr/>
        </p:nvSpPr>
        <p:spPr>
          <a:xfrm>
            <a:off x="6803570" y="2634344"/>
            <a:ext cx="5257801" cy="2930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Danke für </a:t>
            </a:r>
            <a:r>
              <a:rPr lang="en-US" sz="5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eure</a:t>
            </a: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sz="5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ufmerksamkeit</a:t>
            </a: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!</a:t>
            </a:r>
          </a:p>
        </p:txBody>
      </p:sp>
      <p:pic>
        <p:nvPicPr>
          <p:cNvPr id="9" name="Graphic 8" descr="Tiger">
            <a:extLst>
              <a:ext uri="{FF2B5EF4-FFF2-40B4-BE49-F238E27FC236}">
                <a16:creationId xmlns:a16="http://schemas.microsoft.com/office/drawing/2014/main" id="{8D844995-AA1C-D7F6-6931-A1AB41105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71801A-C401-1D0F-235D-2B477A3F4720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b="0" dirty="0">
                <a:effectLst/>
              </a:rPr>
              <a:t> 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678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474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Alexandru Zangorescu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Zangorescu</dc:creator>
  <cp:lastModifiedBy>Alexandru Zangorescu</cp:lastModifiedBy>
  <cp:revision>1</cp:revision>
  <dcterms:created xsi:type="dcterms:W3CDTF">2025-10-07T14:50:04Z</dcterms:created>
  <dcterms:modified xsi:type="dcterms:W3CDTF">2025-10-08T12:50:42Z</dcterms:modified>
</cp:coreProperties>
</file>